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645920"/>
            <a:ext cx="4754880" cy="4754880"/>
          </a:xfrm>
          <a:prstGeom prst="ellipse">
            <a:avLst/>
          </a:prstGeom>
          <a:solidFill>
            <a:srgbClr val="065A82">
              <a:alpha val="35000"/>
            </a:srgbClr>
          </a:solidFill>
          <a:ln w="12700">
            <a:solidFill>
              <a:srgbClr val="065A82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06640" y="-822960"/>
            <a:ext cx="2926080" cy="2926080"/>
          </a:xfrm>
          <a:prstGeom prst="ellipse">
            <a:avLst/>
          </a:prstGeom>
          <a:solidFill>
            <a:srgbClr val="1C7293">
              <a:alpha val="28000"/>
            </a:srgbClr>
          </a:solidFill>
          <a:ln w="12700">
            <a:solidFill>
              <a:srgbClr val="1C7293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3474720"/>
            <a:ext cx="2926080" cy="2926080"/>
          </a:xfrm>
          <a:prstGeom prst="ellipse">
            <a:avLst/>
          </a:prstGeom>
          <a:solidFill>
            <a:srgbClr val="065A82">
              <a:alpha val="28000"/>
            </a:srgbClr>
          </a:solidFill>
          <a:ln w="12700">
            <a:solidFill>
              <a:srgbClr val="065A82">
                <a:alpha val="2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INFORMATIKA  ·  INSTIKI  ·  2025/2026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DSS REKOMENDASI RUTE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502920" y="1627632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BALI BEACH CLUB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502920" y="269748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Pendukung Keputusan Berbasis Graph &amp; Algoritma Dijkstra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3337560"/>
            <a:ext cx="8138160" cy="1417320"/>
          </a:xfrm>
          <a:prstGeom prst="roundRect">
            <a:avLst>
              <a:gd name="adj" fmla="val 7742"/>
            </a:avLst>
          </a:prstGeom>
          <a:solidFill>
            <a:srgbClr val="065A82">
              <a:alpha val="28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49300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Wayan Ardika Putra Widnyana  (2501010108)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384048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Gede Aris Pratama Putra (2501010011)   ·   Putu Intan Cahyanti Putri (2501010046)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LATAR BELAKANG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sistem ini diperlukan?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143000"/>
            <a:ext cx="2743200" cy="3703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" y="1243584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🏖️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84048" y="1947672"/>
            <a:ext cx="24871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 Club Tersebar Luas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2651760"/>
            <a:ext cx="248716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Destinasi populer tersebar dari Kuta, Sanur, Seminyak, Legian hingga Ubud. Wisatawan kesulitan menentukan urutan kunjungan yang efisien dalam satu hari.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143000"/>
            <a:ext cx="2743200" cy="3703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243584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🗺️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328416" y="1947672"/>
            <a:ext cx="24871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Perencanaan Manual Tidak Efektif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28416" y="2651760"/>
            <a:ext cx="248716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Wisatawan masih membandingkan peta fisik atau mencari informasi parsial di internet — tidak akurat dan memakan waktu lama.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44768" y="1143000"/>
            <a:ext cx="2743200" cy="3703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36208" y="1243584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⛽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272784" y="1947672"/>
            <a:ext cx="24871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Inefisiensi Waktu &amp; Biaya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72784" y="2651760"/>
            <a:ext cx="248716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Jalur tidak optimal membuat waktu tempuh lebih lama dan biaya bahan bakar membengkak karena salah memilih rute.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2926080"/>
            <a:ext cx="3200400" cy="3200400"/>
          </a:xfrm>
          <a:prstGeom prst="ellipse">
            <a:avLst/>
          </a:prstGeom>
          <a:solidFill>
            <a:srgbClr val="065A82">
              <a:alpha val="28000"/>
            </a:srgbClr>
          </a:solidFill>
          <a:ln w="12700">
            <a:solidFill>
              <a:srgbClr val="065A82">
                <a:alpha val="2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RUMUSAN MASALAH &amp; TUJUAN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069080" cy="3840480"/>
          </a:xfrm>
          <a:prstGeom prst="roundRect">
            <a:avLst>
              <a:gd name="adj" fmla="val 2857"/>
            </a:avLst>
          </a:prstGeom>
          <a:solidFill>
            <a:srgbClr val="065A82">
              <a:alpha val="2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97280"/>
            <a:ext cx="3794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RUMUSAN MASALAH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572768"/>
            <a:ext cx="37947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Bagaimana merancang DSS navigasi rute beach club berbasis struktur data Graph?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Bagaimana mengimplementasikan Dijkstra untuk pencarian rute terpendek?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Bagaimana menampilkan visualisasi rute secara dinamis pada peta interaktif?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Bagaimana performa sistem dalam memberikan rekomendasi jalur terpendek?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00600" y="1005840"/>
            <a:ext cx="4069080" cy="3840480"/>
          </a:xfrm>
          <a:prstGeom prst="roundRect">
            <a:avLst>
              <a:gd name="adj" fmla="val 2857"/>
            </a:avLst>
          </a:prstGeom>
          <a:solidFill>
            <a:srgbClr val="E8A838">
              <a:alpha val="15000"/>
            </a:srgbClr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097280"/>
            <a:ext cx="3794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TUJUAN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572768"/>
            <a:ext cx="37947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Merancang aplikasi DSS navigasi rute Bali Beach Club berbasis web.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Mengimplementasikan Dijkstra untuk rute perjalanan tercepat antar destinasi.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Menampilkan visualisasi jalur di atas peta digital interaktif berbasis Folium.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Membantu wisatawan menentukan jalur dengan total jarak paling minimum.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DASAR TEORI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1115568"/>
            <a:ext cx="2788920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07008"/>
            <a:ext cx="25786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DSS (Decision Support System)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65760" y="1636776"/>
            <a:ext cx="257860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berbasis komputer untuk membantu pengambilan keputusan optimal. Komponen: Database · Model Base · User Interface. Bukan pengganti manusia, tapi alat bantu cerdas.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1115568"/>
            <a:ext cx="2788920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10128" y="1207008"/>
            <a:ext cx="25786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Struktur Data Graph  G = (V, E)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310128" y="1636776"/>
            <a:ext cx="257860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Non-linear. V = Vertex (lokasi wisata/wilayah admin), E = Edge (jalan raya penghubung). Merepresentasikan hubungan antar objek diskrit.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44768" y="1115568"/>
            <a:ext cx="2788920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54496" y="1207008"/>
            <a:ext cx="25786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Weighted Graph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254496" y="1636776"/>
            <a:ext cx="257860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edge memiliki bobot numerik. Pada sistem ini = jarak fisik antar-lokasi dalam kilometer (km).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" y="3035808"/>
            <a:ext cx="2788920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3127248"/>
            <a:ext cx="25786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Algoritma Dijkstra (1956)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65760" y="3557016"/>
            <a:ext cx="257860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Single-source shortest path pada graf berbobot positif. Prinsip greedy: pilih node tetangga berbobot minimum, lakukan relaksasi edge, perbarui estimasi jarak.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3035808"/>
            <a:ext cx="2788920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10128" y="3127248"/>
            <a:ext cx="25786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Streamlit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310128" y="3557016"/>
            <a:ext cx="257860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Python open-source untuk membangun web app data science tanpa HTML/CSS/JS. Widget input langsung → variabel Python.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44768" y="3035808"/>
            <a:ext cx="2788920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54496" y="3127248"/>
            <a:ext cx="25786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Folium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254496" y="3557016"/>
            <a:ext cx="257860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Python untuk peta digital interaktif berbasis Leaflet.js. Mendukung marker, polyline, zoom, dan OpenStreetMap.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GRAPH JARINGAN BALI BEACH CLUB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 List · Weighted Graph · Undirected Graph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170432"/>
            <a:ext cx="3931920" cy="3749040"/>
          </a:xfrm>
          <a:prstGeom prst="roundRect">
            <a:avLst>
              <a:gd name="adj" fmla="val 2927"/>
            </a:avLst>
          </a:prstGeom>
          <a:solidFill>
            <a:srgbClr val="065A82">
              <a:alpha val="2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261872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NODE WILAYAH TRANSIT  (10 node)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719072"/>
            <a:ext cx="3657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Kuta  ·  Sanur  ·  Ubud  ·  Denpasar  ·  Badung Regency  ·  Mengwi  ·  Tabanan Regency  ·  Gianyar Regency  ·  Klungkung Regency  ·  Jembrana Regency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367588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Fungsi: Simpul transit &amp; penghubung wilayah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40233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edge: Kuta ↔ Sanur = 10 km  |  Sanur ↔ Ubud = 20 km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170432"/>
            <a:ext cx="4206240" cy="3749040"/>
          </a:xfrm>
          <a:prstGeom prst="roundRect">
            <a:avLst>
              <a:gd name="adj" fmla="val 2927"/>
            </a:avLst>
          </a:prstGeom>
          <a:solidFill>
            <a:srgbClr val="E8A838">
              <a:alpha val="15000"/>
            </a:srgbClr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261872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NODE BEACH CLUB DESTINASI  (7 node)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00600" y="17373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🏖  Potato Head Beach Club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0" y="173736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Kuta ↔ 6 km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00600" y="215798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🏖  Atlas Beach Fest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0" y="2157984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Kuta ↔ 8 km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00600" y="257860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🏖  Byrd House Beach Club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0" y="2578608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Sanur ↔ 2 km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00600" y="299923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🏖  Cretya Ubud (Day Club)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98080" y="299923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Ubud ↔ 8 km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00600" y="341985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🏖  Savaya Beach Club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0" y="3419856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Badung Reg. ↔ 18 km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0600" y="38404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🏖  Luna Beach Club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98080" y="384048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Tabanan Reg. ↔ 12 km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00600" y="426110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🏖  Kommune Beach Club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0" y="4261104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Gianyar Reg. ↔ 7 km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ALGORITMA DIJKSTRA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Single-Source Shortest Path  ·  Greedy  ·  O((V+E) log V)  ·  Priority Queue (heapq Min-Heap)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56032" y="1115568"/>
            <a:ext cx="42062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2336" y="1591056"/>
            <a:ext cx="493776" cy="493776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591056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24128" y="128016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Inisialisasi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24128" y="173736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dist[awal] = 0, dist[semua node lain] = ∞. Masukkan node awal ke Min-Heap (heapq).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18304" y="1115568"/>
            <a:ext cx="42062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64608" y="1591056"/>
            <a:ext cx="493776" cy="493776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1591056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0" y="128016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Ambil Node Minimum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0" y="173736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node u dengan estimasi jarak terkecil dari priority queue menggunakan heappop().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56032" y="2990088"/>
            <a:ext cx="42062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02336" y="3465576"/>
            <a:ext cx="493776" cy="493776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3465576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24128" y="315468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Relaksasi Edge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24128" y="361188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setiap tetangga v: jika dist[u] + bobot(u,v) &lt; dist[v], update dist[v] dan masukkan ke heap.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18304" y="2990088"/>
            <a:ext cx="42062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64608" y="3465576"/>
            <a:ext cx="493776" cy="493776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3465576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0" y="315468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Rekonstruksi Jalur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0" y="361188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Ulangi hingga node tujuan tercapai. Lakukan backtracking via predecessor untuk menyusun urutan rute akhir.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56032" y="4663440"/>
            <a:ext cx="8631936" cy="384048"/>
          </a:xfrm>
          <a:prstGeom prst="roundRect">
            <a:avLst>
              <a:gd name="adj" fmla="val 19048"/>
            </a:avLst>
          </a:prstGeom>
          <a:solidFill>
            <a:srgbClr val="0B2545"/>
          </a:solidFill>
          <a:ln w="19050">
            <a:solidFill>
              <a:srgbClr val="E8A8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" y="4690872"/>
            <a:ext cx="8485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Contoh: Kuta → Ubud  |  Langsung = 35 km  vs  Kuta → Sanur → Ubud = 30 km  ✔ Dijkstra memilih 30 km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065A82">
              <a:alpha val="28000"/>
            </a:srgbClr>
          </a:solidFill>
          <a:ln w="12700">
            <a:solidFill>
              <a:srgbClr val="065A82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E8A838">
              <a:alpha val="20000"/>
            </a:srgbClr>
          </a:solidFill>
          <a:ln w="12700">
            <a:solidFill>
              <a:srgbClr val="E8A838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IMPLEMENTASI SISTEM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0D335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24128"/>
            <a:ext cx="18653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Python 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7472" y="1426464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Bahasa utama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50592" y="96012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0D335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23744" y="1024128"/>
            <a:ext cx="18653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Streamlit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23744" y="1426464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Web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26864" y="96012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0D335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0016" y="1024128"/>
            <a:ext cx="18653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Folium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00016" y="1426464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Interaktif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03136" y="96012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0D335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76288" y="1024128"/>
            <a:ext cx="18653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heapq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76288" y="1426464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Min-Heap Priority Queue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176272"/>
            <a:ext cx="2788920" cy="1325880"/>
          </a:xfrm>
          <a:prstGeom prst="roundRect">
            <a:avLst>
              <a:gd name="adj" fmla="val 6897"/>
            </a:avLst>
          </a:prstGeom>
          <a:solidFill>
            <a:srgbClr val="065A82">
              <a:alpha val="2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249424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Struktur Data Graph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4048" y="2615184"/>
            <a:ext cx="257860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 List (Nested Dictionary Python). Wilayah = simpul transit, Beach Club = simpul destinasi. Total: 17 node, sparse graph.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18688" y="2176272"/>
            <a:ext cx="2788920" cy="1325880"/>
          </a:xfrm>
          <a:prstGeom prst="roundRect">
            <a:avLst>
              <a:gd name="adj" fmla="val 6897"/>
            </a:avLst>
          </a:prstGeom>
          <a:solidFill>
            <a:srgbClr val="065A82">
              <a:alpha val="2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28416" y="2249424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Algoritma Dijkstra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28416" y="2615184"/>
            <a:ext cx="257860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Parameter: graph, lokasi_awal, lokasi_tujuan. Edge relaxation iteratif, update rekaman jarak, backtracking rekonstruksi rute.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63056" y="2176272"/>
            <a:ext cx="2788920" cy="1325880"/>
          </a:xfrm>
          <a:prstGeom prst="roundRect">
            <a:avLst>
              <a:gd name="adj" fmla="val 6897"/>
            </a:avLst>
          </a:prstGeom>
          <a:solidFill>
            <a:srgbClr val="065A82">
              <a:alpha val="2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72784" y="2249424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Antarmuka Pengguna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72784" y="2615184"/>
            <a:ext cx="257860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sidebar: dropdown titik awal, dropdown beach club tujuan, kontrol zoom peta. Panel utama: peta, jarak, detail arah.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639312"/>
            <a:ext cx="2788920" cy="1325880"/>
          </a:xfrm>
          <a:prstGeom prst="roundRect">
            <a:avLst>
              <a:gd name="adj" fmla="val 6897"/>
            </a:avLst>
          </a:prstGeom>
          <a:solidFill>
            <a:srgbClr val="065A82">
              <a:alpha val="2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3712464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 Visualisasi Peta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4048" y="4078224"/>
            <a:ext cx="257860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 merah = Beach Club, marker biru = wilayah transit. Polyline biru gelap = rute terpendek. MiniMap + Fullscreen view.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18688" y="3639312"/>
            <a:ext cx="2788920" cy="1325880"/>
          </a:xfrm>
          <a:prstGeom prst="roundRect">
            <a:avLst>
              <a:gd name="adj" fmla="val 6897"/>
            </a:avLst>
          </a:prstGeom>
          <a:solidFill>
            <a:srgbClr val="065A82">
              <a:alpha val="2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28416" y="3712464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 Estimasi Waktu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28416" y="4078224"/>
            <a:ext cx="257860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Kecepatan rata-rata Bali = 35 km/jam. Contoh: 30 km ÷ 35 = 0.86 jam = ±51 menit perjalanan.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63056" y="3639312"/>
            <a:ext cx="2788920" cy="1325880"/>
          </a:xfrm>
          <a:prstGeom prst="roundRect">
            <a:avLst>
              <a:gd name="adj" fmla="val 6897"/>
            </a:avLst>
          </a:prstGeom>
          <a:solidFill>
            <a:srgbClr val="065A82">
              <a:alpha val="2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72784" y="3712464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 Detail Perjalanan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72784" y="4078224"/>
            <a:ext cx="257860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Rincian per segmen jalan: nama lokasi + jarak tiap leg. Transparan dan mudah dipahami pengguna sebelum berangkat.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6858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HASIL PENGUJIAN SISTEM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0" y="25603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BB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Metode: Black Box Testing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15568"/>
          <a:ext cx="8595360" cy="2103120"/>
        </p:xfrm>
        <a:graphic>
          <a:graphicData uri="http://schemas.openxmlformats.org/drawingml/2006/table">
            <a:tbl>
              <a:tblPr/>
              <a:tblGrid>
                <a:gridCol w="347472"/>
                <a:gridCol w="1207008"/>
                <a:gridCol w="1444752"/>
                <a:gridCol w="3584448"/>
                <a:gridCol w="658368"/>
                <a:gridCol w="804672"/>
              </a:tblGrid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Titik Awal (Start)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Destinasi (End)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Jalur Terpendek Hasil Dijkstra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Jarak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Mengwi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Kommune Beach Club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Mengwi → Ubud → Gianyar Regency → Kommune Beach Club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KM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SUKSES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Savaya Beach Club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Atlas Beach Fest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Savaya Beach Club → Badung Regency → Kuta → Atlas Beach Fest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 KM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SUKSES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9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Byrd House Beach Club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Cretya Ubud (Day Club)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Byrd House Beach Club → Sanur → Ubud → Cretya Ubud (Day Club)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KM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SUKSES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346704"/>
            <a:ext cx="8595360" cy="1554480"/>
          </a:xfrm>
          <a:prstGeom prst="roundRect">
            <a:avLst>
              <a:gd name="adj" fmla="val 5882"/>
            </a:avLst>
          </a:prstGeom>
          <a:solidFill>
            <a:srgbClr val="EBF4F9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341985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Analisis Hasil Pengujian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3813048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Skenario #1: Mengwi → Kommune Beach Club — sistem cerdas memilih lintasan via Ubud (30 km), eliminasi jalur sekunder yang lebih jauh.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Skenario #2: Lintas beach club (Uluwatu ↔ Canggu) — node Badung &amp; Kuta sebagai jembatan antar-wilayah pesisir berjalan sinkron.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Kompleksitas O((V+E) log V) — semua rute selesai dihitung dalam hitungan milidetik. Akurasi 100% pada seluruh 3 skenario uji.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KELEBIHAN &amp; KEKURANGAN SISTEM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56032" y="914400"/>
            <a:ext cx="4114800" cy="4023360"/>
          </a:xfrm>
          <a:prstGeom prst="roundRect">
            <a:avLst>
              <a:gd name="adj" fmla="val 2727"/>
            </a:avLst>
          </a:prstGeom>
          <a:solidFill>
            <a:srgbClr val="065A82">
              <a:alpha val="22000"/>
            </a:srgbClr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2336" y="1005840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KELEBIHAN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02336" y="1481328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Rute terpendek menuju beach club otomatis, akurasi 100% valid secara matematis.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Visualisasi peta Folium interaktif: marker warna berbeda untuk BC vs transit.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Rincian detail segmen perjalanan + estimasi waktu berkendara (35 km/jam).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Graph mencakup node beach club spesifik — bukan hanya wilayah admin.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Antarmuka Streamlit responsif dan user-friendly, sidebar kontrol intuitif.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Performa sangat cepat — komputasi rute selesai dalam hitungan milidetik.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73168" y="914400"/>
            <a:ext cx="4114800" cy="4023360"/>
          </a:xfrm>
          <a:prstGeom prst="roundRect">
            <a:avLst>
              <a:gd name="adj" fmla="val 2727"/>
            </a:avLst>
          </a:prstGeom>
          <a:solidFill>
            <a:srgbClr val="C0392B">
              <a:alpha val="15000"/>
            </a:srgbClr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9472" y="1005840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KEKURANGAN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19472" y="1481328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Bobot jarak antar-node masih statis (hardcoded) di dalam kode program.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Belum adaptif terhadap kondisi kemacetan lalu lintas secara real-time.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Tidak terintegrasi dengan Google Maps API komersial atau sensor GPS.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Estimasi waktu berbasis konstanta tetap 35 km/jam, belum dinamis.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Peta bisa padat dan kurang readable jika node bertambah banyak.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Beberapa jalur masih simulasi, belum menggunakan koordinat GPS asli.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SARAN PENGEMBANGAN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56032" y="1143000"/>
            <a:ext cx="4206240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344168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34416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42416" y="1307592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Integrasi Google Maps Traffic API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42416" y="1801368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Serap data bobot kemacetan lalu lintas secara real-time agar estimasi waktu tempuh lebih dinamis dan akurat.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18304" y="1143000"/>
            <a:ext cx="4206240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344168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34416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504688" y="1307592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Geolocation GPS Otomatis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04688" y="1801368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koordinat lintang-bujur posisi awal pengguna secara otomatis dari sensor GPS perangkat saat membuka web.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" y="3108960"/>
            <a:ext cx="4206240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4048" y="3310128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31012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42416" y="3273552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Filter Preferensi Berlapis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42416" y="3767328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Tambahkan filter destinasi berdasarkan fasilitas, batas budget, rating ulasan, dan jam operasional beach club.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18304" y="3108960"/>
            <a:ext cx="4206240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3310128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31012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04688" y="3273552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Mobile App Android / iOS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04688" y="3767328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Ekspor arsitektur ke aplikasi mobile berbasis Android (Kotlin/Java) atau iOS (Swift) agar fleksibel digunakan di lapangan.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572000" cy="4572000"/>
          </a:xfrm>
          <a:prstGeom prst="ellipse">
            <a:avLst/>
          </a:prstGeom>
          <a:solidFill>
            <a:srgbClr val="065A82">
              <a:alpha val="32000"/>
            </a:srgbClr>
          </a:solidFill>
          <a:ln w="12700">
            <a:solidFill>
              <a:srgbClr val="065A82">
                <a:alpha val="3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3200400" cy="3200400"/>
          </a:xfrm>
          <a:prstGeom prst="ellipse">
            <a:avLst/>
          </a:prstGeom>
          <a:solidFill>
            <a:srgbClr val="065A82">
              <a:alpha val="25000"/>
            </a:srgbClr>
          </a:solidFill>
          <a:ln w="12700">
            <a:solidFill>
              <a:srgbClr val="065A82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KESIMPULAN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38912" y="1207008"/>
            <a:ext cx="475488" cy="475488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20700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8992" y="1161288"/>
            <a:ext cx="7406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DSS Bali Beach Club berhasil dibangun sebagai aplikasi web interaktif menggunakan Python &amp; Streamlit, lengkap dengan peta Folium.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" y="2121408"/>
            <a:ext cx="475488" cy="475488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212140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78992" y="2075688"/>
            <a:ext cx="7406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Graph + Adjacency List merepresentasikan 17 node (10 wilayah + 7 beach club) secara efisien dan hemat memori.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" y="3035808"/>
            <a:ext cx="475488" cy="475488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303580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78992" y="2990088"/>
            <a:ext cx="7406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 Dijkstra + Min-Heap (heapq) mencapai akurasi 100% dalam 3 skenario uji — menjawab shortest path problem dengan tepat.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" y="3950208"/>
            <a:ext cx="475488" cy="475488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95020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78992" y="3904488"/>
            <a:ext cx="7406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Visualisasi peta Folium dengan marker warna berbeda (merah BC, biru transit) + polyline rute mempermudah navigasi wisatawan.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645920" y="4617720"/>
            <a:ext cx="5852160" cy="384048"/>
          </a:xfrm>
          <a:prstGeom prst="roundRect">
            <a:avLst>
              <a:gd name="adj" fmla="val 19048"/>
            </a:avLst>
          </a:prstGeom>
          <a:solidFill>
            <a:srgbClr val="065A82">
              <a:alpha val="38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45920" y="4636008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  ·  Informatika INSTIKI  ·  2025/2026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DSS Rekomendasi Rute Bali Beach Club Berbasis Graph</dc:title>
  <dc:subject>PptxGenJS Presentation</dc:subject>
  <dc:creator>PptxGenJS</dc:creator>
  <cp:lastModifiedBy>PptxGenJS</cp:lastModifiedBy>
  <cp:revision>1</cp:revision>
  <dcterms:created xsi:type="dcterms:W3CDTF">2026-06-11T19:14:41Z</dcterms:created>
  <dcterms:modified xsi:type="dcterms:W3CDTF">2026-06-11T19:14:41Z</dcterms:modified>
</cp:coreProperties>
</file>